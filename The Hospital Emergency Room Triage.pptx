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23B1D-2347-F472-EEF1-01C620FEB1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1A1732-59E8-15EC-A286-BB879B5402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541F6E-1D78-498C-292E-DC4784244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361EF-BC1D-4877-800E-59A4731FB2FB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488C3B-28F5-365E-AC04-6A7321D26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C20902-2A0A-CE37-BAEF-3C7CE787D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422C4-058A-4616-A500-CC1342C351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6708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11C93-EF41-7F2F-8AF6-771FEBCFF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A6A07-8A59-9E14-F8BF-E8E133EEB3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F9996-0EC1-88D1-8F3B-FF700A1A0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361EF-BC1D-4877-800E-59A4731FB2FB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A4654D-B893-5CFA-4C51-7F0F60B63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446713-2D7D-B372-0299-C39FA37F2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422C4-058A-4616-A500-CC1342C351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3351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4A1E2-4E82-64AC-0AD9-DC1295647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878CBD-130A-0C15-D1A6-3F88BF0131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58E6F-23D4-DCC6-8B0B-64913E43F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361EF-BC1D-4877-800E-59A4731FB2FB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EE3D26-DCC1-7474-66B1-BF83A1AE4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93367-CB30-9F9F-75B7-39E30C466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422C4-058A-4616-A500-CC1342C351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699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0C54A-741F-9EA9-A9BA-E1984979E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616EF-C0BF-15FE-325E-B159432728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8C4325-EAD7-2698-A2C7-D949F85ED2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06840B-FAE8-E2E0-8882-840C6886E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361EF-BC1D-4877-800E-59A4731FB2FB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2E2004-23CE-53E9-192E-53CC0E188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545DA0-AC56-5BCA-576C-34C4B9B24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422C4-058A-4616-A500-CC1342C351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8206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3C577-0B8A-09E6-4CD7-BB657BB91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FE8B14-C48B-4309-9EF6-C615E374A1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FCF160-EC82-B4AD-1235-FCC6EB2817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0456DE-070B-9CA1-FF2C-826C9356DE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960D43-EC92-C2A0-0EF7-56E30ECE3A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332C37-D7B1-2CD2-E684-5E8C5C039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361EF-BC1D-4877-800E-59A4731FB2FB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26B2A8-8CA6-656E-C645-7884DDA25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B5C0F3-22CC-F09B-8DE4-D3B576B3B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422C4-058A-4616-A500-CC1342C351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7404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EC483-B20F-F750-73A0-11FE8951A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5F140B-051D-614D-FC75-3D77FF24A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361EF-BC1D-4877-800E-59A4731FB2FB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40BA7C-D0D3-5113-407A-5453A95BF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846B52-8A45-9AA8-B885-C58DC8AAD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422C4-058A-4616-A500-CC1342C351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5229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C85236-71FF-9BBF-13FD-553630F3F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361EF-BC1D-4877-800E-59A4731FB2FB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AE3A24-DB79-5917-5563-ED1AE04C0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DAA651-3689-5D2F-C124-182BB10F5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422C4-058A-4616-A500-CC1342C351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5409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A36D9-1B13-048F-04F8-2362A8164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3ADEA-620D-48B9-8203-1B388F649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12372-C5F2-AEB1-B46B-A652412965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D75FB2-EB13-3886-8DB6-E8B2183DD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361EF-BC1D-4877-800E-59A4731FB2FB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DBCFA5-915E-F682-35FC-2A49D43EC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80CAFB-B401-5231-48D6-724730EBD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422C4-058A-4616-A500-CC1342C351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9839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3D8BD-8362-1B1E-983A-88934A4E2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ABC958-1B84-EE62-867F-71FCA8BC86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4E8C2F-5381-6BF2-5C90-226B80692A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0F3D22-7B1F-1CBE-E183-DB7DD2F5C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361EF-BC1D-4877-800E-59A4731FB2FB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E225B3-C73E-86E0-8E1A-176858D7D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1BD518-D7B4-890B-D21E-2FEDE89AB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422C4-058A-4616-A500-CC1342C351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1133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95ABD-B79C-CFA1-4069-B34D087AB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E9AEE1-0CBA-7F07-624A-808EEDBA82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E523E-8D88-E2F0-6E2A-8E1605940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361EF-BC1D-4877-800E-59A4731FB2FB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65D74D-7711-56FF-1838-5DF2C21E1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B21712-2BD1-82D2-4F3F-4B0C20DCF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422C4-058A-4616-A500-CC1342C351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3812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C594D6-8030-1191-B698-8AF11348F9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E1A38B-E673-8557-F545-89377096F7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81DB3F-BF6E-04D6-80F7-B0DCCB9A9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361EF-BC1D-4877-800E-59A4731FB2FB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A438EF-5649-04D7-0ADF-D487C9BF0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C25614-22FB-8A3A-847F-11B898FB6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422C4-058A-4616-A500-CC1342C351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5320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7CE766-8B24-17AA-A159-83DDBFFF5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ECBC21-13A0-7FAB-3625-F5993A0BBA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440315-5A80-FE71-6688-BA42D5B2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7361EF-BC1D-4877-800E-59A4731FB2FB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2D2B1-508C-8677-0E1B-8055AC6186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E4A95-DF3D-D49B-9C5E-D58CE4DBD7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E422C4-058A-4616-A500-CC1342C351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5005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843AA-6B33-39A8-6DAE-949CC7045D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F58E1C-6A1E-9F2F-068E-596108FB81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5C3174-4BC9-C155-6876-2D9418791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281" y="0"/>
            <a:ext cx="122325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426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69910-C787-AEB0-94DF-B42128742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EAF097-4BA6-CF40-3B87-710B833EA7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608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652C7-089B-A206-1D33-B7E537641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6997A-94E6-40A1-A41E-ECC45DE897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48042F-3B20-7C93-D536-CFCD627A7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75"/>
            <a:ext cx="12192000" cy="684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310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615331-A807-EE5F-2E37-F46A0F6A3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9" y="0"/>
            <a:ext cx="121872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003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330AFC-394F-3AAC-F67C-27D305C9F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4" y="0"/>
            <a:ext cx="121738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118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3C02FC-EDBD-EEF9-E014-F5FB003D8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05"/>
            <a:ext cx="12192000" cy="685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05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BEADEA-4C49-1FCA-6AD3-A5DFC8BB0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8" y="0"/>
            <a:ext cx="121785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007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CAE49E-8278-2ED9-7533-3C184CC52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9" y="0"/>
            <a:ext cx="121872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188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142977-0E9C-68FF-1990-A9C1FFC4B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31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5489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83A51A-524D-35CA-5927-63EDB5320C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7" y="0"/>
            <a:ext cx="121709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529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 midhilesh</dc:creator>
  <cp:lastModifiedBy>sai midhilesh</cp:lastModifiedBy>
  <cp:revision>1</cp:revision>
  <dcterms:created xsi:type="dcterms:W3CDTF">2026-09-15T14:10:47Z</dcterms:created>
  <dcterms:modified xsi:type="dcterms:W3CDTF">2026-09-15T14:10:47Z</dcterms:modified>
</cp:coreProperties>
</file>